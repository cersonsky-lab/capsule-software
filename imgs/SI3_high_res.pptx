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0" r:id="rId2"/>
  </p:sldIdLst>
  <p:sldSz cx="100584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2" d="100"/>
          <a:sy n="102" d="100"/>
        </p:scale>
        <p:origin x="151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1122363"/>
            <a:ext cx="854964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57300" y="3602038"/>
            <a:ext cx="75438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259BA8-468C-4F92-B34F-B766A9FF4857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E2089F-65EB-41EE-8B03-59E72BEDE1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18863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259BA8-468C-4F92-B34F-B766A9FF4857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E2089F-65EB-41EE-8B03-59E72BEDE1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0855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6277" y="1709740"/>
            <a:ext cx="867537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6277" y="4589465"/>
            <a:ext cx="867537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259BA8-468C-4F92-B34F-B766A9FF4857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E2089F-65EB-41EE-8B03-59E72BEDE1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77723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91515" y="1825625"/>
            <a:ext cx="427482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92065" y="1825625"/>
            <a:ext cx="427482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259BA8-468C-4F92-B34F-B766A9FF4857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E2089F-65EB-41EE-8B03-59E72BEDE1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17751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2825" y="365127"/>
            <a:ext cx="867537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2826" y="1681163"/>
            <a:ext cx="4255174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92826" y="2505075"/>
            <a:ext cx="4255174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92066" y="1681163"/>
            <a:ext cx="427613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92066" y="2505075"/>
            <a:ext cx="427613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259BA8-468C-4F92-B34F-B766A9FF4857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E2089F-65EB-41EE-8B03-59E72BEDE1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76649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259BA8-468C-4F92-B34F-B766A9FF4857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E2089F-65EB-41EE-8B03-59E72BEDE1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13541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259BA8-468C-4F92-B34F-B766A9FF4857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E2089F-65EB-41EE-8B03-59E72BEDE1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87638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2825" y="457200"/>
            <a:ext cx="3244096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76130" y="987427"/>
            <a:ext cx="5092065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2825" y="2057400"/>
            <a:ext cx="3244096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259BA8-468C-4F92-B34F-B766A9FF4857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E2089F-65EB-41EE-8B03-59E72BEDE1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84351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2825" y="457200"/>
            <a:ext cx="3244096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76130" y="987427"/>
            <a:ext cx="5092065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2825" y="2057400"/>
            <a:ext cx="3244096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259BA8-468C-4F92-B34F-B766A9FF4857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E2089F-65EB-41EE-8B03-59E72BEDE1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13585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259BA8-468C-4F92-B34F-B766A9FF4857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E2089F-65EB-41EE-8B03-59E72BEDE1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48511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198043" y="365125"/>
            <a:ext cx="2168843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91515" y="365125"/>
            <a:ext cx="6380798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259BA8-468C-4F92-B34F-B766A9FF4857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E2089F-65EB-41EE-8B03-59E72BEDE1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40848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91515" y="365127"/>
            <a:ext cx="867537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1515" y="1825625"/>
            <a:ext cx="867537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91515" y="6356352"/>
            <a:ext cx="22631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F259BA8-468C-4F92-B34F-B766A9FF4857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331845" y="6356352"/>
            <a:ext cx="33947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103745" y="6356352"/>
            <a:ext cx="22631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4E2089F-65EB-41EE-8B03-59E72BEDE1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19048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31CB827-31A9-461D-2230-F0E85B2B2A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281" y="52017"/>
            <a:ext cx="3323171" cy="332317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65F76B9-556E-0B27-9FF5-6D69E6FA210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4726" b="19156"/>
          <a:stretch>
            <a:fillRect/>
          </a:stretch>
        </p:blipFill>
        <p:spPr>
          <a:xfrm rot="10800000">
            <a:off x="449708" y="3482815"/>
            <a:ext cx="3054314" cy="3294163"/>
          </a:xfrm>
          <a:prstGeom prst="rect">
            <a:avLst/>
          </a:prstGeom>
        </p:spPr>
      </p:pic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A271F5F0-BA19-BFA9-41F8-73EA5FA7FAE9}"/>
              </a:ext>
            </a:extLst>
          </p:cNvPr>
          <p:cNvCxnSpPr/>
          <p:nvPr/>
        </p:nvCxnSpPr>
        <p:spPr>
          <a:xfrm>
            <a:off x="4295830" y="3440168"/>
            <a:ext cx="1423686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FBAAB9A5-D6E6-749F-A8D2-A3D4BB9C47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6896" y="105830"/>
            <a:ext cx="3323170" cy="332317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DF70BCE-8116-CABA-1FE4-2F0EF8C981DB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9541" b="21403"/>
          <a:stretch>
            <a:fillRect/>
          </a:stretch>
        </p:blipFill>
        <p:spPr>
          <a:xfrm rot="10800000">
            <a:off x="6445942" y="3571672"/>
            <a:ext cx="3185078" cy="311645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42426E6-5E23-78BA-78B8-125A25BB7FB3}"/>
              </a:ext>
            </a:extLst>
          </p:cNvPr>
          <p:cNvSpPr txBox="1"/>
          <p:nvPr/>
        </p:nvSpPr>
        <p:spPr>
          <a:xfrm>
            <a:off x="4295834" y="3047885"/>
            <a:ext cx="14236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Process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6D7432A-5629-1876-28D8-BF31E1C80A2E}"/>
              </a:ext>
            </a:extLst>
          </p:cNvPr>
          <p:cNvSpPr txBox="1"/>
          <p:nvPr/>
        </p:nvSpPr>
        <p:spPr>
          <a:xfrm>
            <a:off x="4257634" y="1408351"/>
            <a:ext cx="142368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8 </a:t>
            </a:r>
            <a:r>
              <a:rPr lang="el-GR" b="1" dirty="0">
                <a:latin typeface="Arial" panose="020B0604020202020204" pitchFamily="34" charset="0"/>
                <a:cs typeface="Arial" panose="020B0604020202020204" pitchFamily="34" charset="0"/>
              </a:rPr>
              <a:t>μ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m</a:t>
            </a:r>
          </a:p>
          <a:p>
            <a:pPr algn="ctr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resolution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FFF5A732-4436-ACD2-3F23-C12002E104FF}"/>
              </a:ext>
            </a:extLst>
          </p:cNvPr>
          <p:cNvCxnSpPr>
            <a:cxnSpLocks/>
            <a:stCxn id="2" idx="1"/>
          </p:cNvCxnSpPr>
          <p:nvPr/>
        </p:nvCxnSpPr>
        <p:spPr>
          <a:xfrm flipH="1" flipV="1">
            <a:off x="3750299" y="1731516"/>
            <a:ext cx="507335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2E3BEFFF-7145-50DB-17BF-7C2AD62AB097}"/>
              </a:ext>
            </a:extLst>
          </p:cNvPr>
          <p:cNvCxnSpPr>
            <a:cxnSpLocks/>
            <a:stCxn id="2" idx="3"/>
          </p:cNvCxnSpPr>
          <p:nvPr/>
        </p:nvCxnSpPr>
        <p:spPr>
          <a:xfrm flipV="1">
            <a:off x="5681317" y="1731516"/>
            <a:ext cx="538804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79025250-32D8-562E-6C32-EA0B3458A879}"/>
              </a:ext>
            </a:extLst>
          </p:cNvPr>
          <p:cNvSpPr txBox="1"/>
          <p:nvPr/>
        </p:nvSpPr>
        <p:spPr>
          <a:xfrm>
            <a:off x="4295834" y="4777376"/>
            <a:ext cx="142368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15 </a:t>
            </a:r>
            <a:r>
              <a:rPr lang="el-GR" b="1">
                <a:latin typeface="Arial" panose="020B0604020202020204" pitchFamily="34" charset="0"/>
                <a:cs typeface="Arial" panose="020B0604020202020204" pitchFamily="34" charset="0"/>
              </a:rPr>
              <a:t>μ</a:t>
            </a:r>
            <a:r>
              <a:rPr lang="en-US" b="1">
                <a:latin typeface="Arial" panose="020B0604020202020204" pitchFamily="34" charset="0"/>
                <a:cs typeface="Arial" panose="020B0604020202020204" pitchFamily="34" charset="0"/>
              </a:rPr>
              <a:t>m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resolution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C969BDB2-2182-0AF1-DCB5-0407A9BFAFA6}"/>
              </a:ext>
            </a:extLst>
          </p:cNvPr>
          <p:cNvCxnSpPr>
            <a:cxnSpLocks/>
            <a:stCxn id="29" idx="1"/>
          </p:cNvCxnSpPr>
          <p:nvPr/>
        </p:nvCxnSpPr>
        <p:spPr>
          <a:xfrm flipH="1" flipV="1">
            <a:off x="3788499" y="5100541"/>
            <a:ext cx="507335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98834F98-5534-31AF-A530-DB0C4E30F95E}"/>
              </a:ext>
            </a:extLst>
          </p:cNvPr>
          <p:cNvCxnSpPr>
            <a:cxnSpLocks/>
            <a:stCxn id="29" idx="3"/>
          </p:cNvCxnSpPr>
          <p:nvPr/>
        </p:nvCxnSpPr>
        <p:spPr>
          <a:xfrm flipV="1">
            <a:off x="5719517" y="5100541"/>
            <a:ext cx="538804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47661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11</TotalTime>
  <Words>9</Words>
  <Application>Microsoft Office PowerPoint</Application>
  <PresentationFormat>Custom</PresentationFormat>
  <Paragraphs>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Christian Jorgensen</dc:creator>
  <cp:lastModifiedBy>Christian Jorgensen</cp:lastModifiedBy>
  <cp:revision>3</cp:revision>
  <dcterms:created xsi:type="dcterms:W3CDTF">2026-04-11T22:19:08Z</dcterms:created>
  <dcterms:modified xsi:type="dcterms:W3CDTF">2026-04-11T22:30:12Z</dcterms:modified>
</cp:coreProperties>
</file>