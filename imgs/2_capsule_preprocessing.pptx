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256" r:id="rId2"/>
  </p:sldIdLst>
  <p:sldSz cx="4389438" cy="3657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59"/>
    <p:restoredTop sz="94626"/>
  </p:normalViewPr>
  <p:slideViewPr>
    <p:cSldViewPr snapToGrid="0">
      <p:cViewPr varScale="1">
        <p:scale>
          <a:sx n="219" d="100"/>
          <a:sy n="219" d="100"/>
        </p:scale>
        <p:origin x="23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208" y="598593"/>
            <a:ext cx="3731022" cy="1273387"/>
          </a:xfrm>
        </p:spPr>
        <p:txBody>
          <a:bodyPr anchor="b"/>
          <a:lstStyle>
            <a:lvl1pPr algn="ctr"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80" y="1921087"/>
            <a:ext cx="3292079" cy="883073"/>
          </a:xfrm>
        </p:spPr>
        <p:txBody>
          <a:bodyPr/>
          <a:lstStyle>
            <a:lvl1pPr marL="0" indent="0" algn="ctr">
              <a:buNone/>
              <a:defRPr sz="1152"/>
            </a:lvl1pPr>
            <a:lvl2pPr marL="219456" indent="0" algn="ctr">
              <a:buNone/>
              <a:defRPr sz="960"/>
            </a:lvl2pPr>
            <a:lvl3pPr marL="438912" indent="0" algn="ctr">
              <a:buNone/>
              <a:defRPr sz="864"/>
            </a:lvl3pPr>
            <a:lvl4pPr marL="658368" indent="0" algn="ctr">
              <a:buNone/>
              <a:defRPr sz="768"/>
            </a:lvl4pPr>
            <a:lvl5pPr marL="877824" indent="0" algn="ctr">
              <a:buNone/>
              <a:defRPr sz="768"/>
            </a:lvl5pPr>
            <a:lvl6pPr marL="1097280" indent="0" algn="ctr">
              <a:buNone/>
              <a:defRPr sz="768"/>
            </a:lvl6pPr>
            <a:lvl7pPr marL="1316736" indent="0" algn="ctr">
              <a:buNone/>
              <a:defRPr sz="768"/>
            </a:lvl7pPr>
            <a:lvl8pPr marL="1536192" indent="0" algn="ctr">
              <a:buNone/>
              <a:defRPr sz="768"/>
            </a:lvl8pPr>
            <a:lvl9pPr marL="1755648" indent="0" algn="ctr">
              <a:buNone/>
              <a:defRPr sz="76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E1B-3BB7-9941-B875-FBAE6B478568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90BA-C211-764A-8AA6-EA6C46D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718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E1B-3BB7-9941-B875-FBAE6B478568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90BA-C211-764A-8AA6-EA6C46D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755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88" y="911861"/>
            <a:ext cx="3785890" cy="152146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88" y="2447714"/>
            <a:ext cx="3785890" cy="800100"/>
          </a:xfrm>
        </p:spPr>
        <p:txBody>
          <a:bodyPr/>
          <a:lstStyle>
            <a:lvl1pPr marL="0" indent="0">
              <a:buNone/>
              <a:defRPr sz="1152">
                <a:solidFill>
                  <a:schemeClr val="tx1">
                    <a:tint val="82000"/>
                  </a:schemeClr>
                </a:solidFill>
              </a:defRPr>
            </a:lvl1pPr>
            <a:lvl2pPr marL="219456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2pPr>
            <a:lvl3pPr marL="438912" indent="0">
              <a:buNone/>
              <a:defRPr sz="864">
                <a:solidFill>
                  <a:schemeClr val="tx1">
                    <a:tint val="82000"/>
                  </a:schemeClr>
                </a:solidFill>
              </a:defRPr>
            </a:lvl3pPr>
            <a:lvl4pPr marL="658368" indent="0">
              <a:buNone/>
              <a:defRPr sz="768">
                <a:solidFill>
                  <a:schemeClr val="tx1">
                    <a:tint val="82000"/>
                  </a:schemeClr>
                </a:solidFill>
              </a:defRPr>
            </a:lvl4pPr>
            <a:lvl5pPr marL="877824" indent="0">
              <a:buNone/>
              <a:defRPr sz="768">
                <a:solidFill>
                  <a:schemeClr val="tx1">
                    <a:tint val="82000"/>
                  </a:schemeClr>
                </a:solidFill>
              </a:defRPr>
            </a:lvl5pPr>
            <a:lvl6pPr marL="1097280" indent="0">
              <a:buNone/>
              <a:defRPr sz="768">
                <a:solidFill>
                  <a:schemeClr val="tx1">
                    <a:tint val="82000"/>
                  </a:schemeClr>
                </a:solidFill>
              </a:defRPr>
            </a:lvl6pPr>
            <a:lvl7pPr marL="1316736" indent="0">
              <a:buNone/>
              <a:defRPr sz="768">
                <a:solidFill>
                  <a:schemeClr val="tx1">
                    <a:tint val="82000"/>
                  </a:schemeClr>
                </a:solidFill>
              </a:defRPr>
            </a:lvl7pPr>
            <a:lvl8pPr marL="1536192" indent="0">
              <a:buNone/>
              <a:defRPr sz="768">
                <a:solidFill>
                  <a:schemeClr val="tx1">
                    <a:tint val="82000"/>
                  </a:schemeClr>
                </a:solidFill>
              </a:defRPr>
            </a:lvl8pPr>
            <a:lvl9pPr marL="1755648" indent="0">
              <a:buNone/>
              <a:defRPr sz="76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E1B-3BB7-9941-B875-FBAE6B478568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90BA-C211-764A-8AA6-EA6C46D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714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74" y="973666"/>
            <a:ext cx="1865511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2153" y="973666"/>
            <a:ext cx="1865511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E1B-3BB7-9941-B875-FBAE6B478568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90BA-C211-764A-8AA6-EA6C46D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473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46" y="194734"/>
            <a:ext cx="3785890" cy="7069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46" y="896620"/>
            <a:ext cx="1856938" cy="439420"/>
          </a:xfrm>
        </p:spPr>
        <p:txBody>
          <a:bodyPr anchor="b"/>
          <a:lstStyle>
            <a:lvl1pPr marL="0" indent="0">
              <a:buNone/>
              <a:defRPr sz="1152" b="1"/>
            </a:lvl1pPr>
            <a:lvl2pPr marL="219456" indent="0">
              <a:buNone/>
              <a:defRPr sz="960" b="1"/>
            </a:lvl2pPr>
            <a:lvl3pPr marL="438912" indent="0">
              <a:buNone/>
              <a:defRPr sz="864" b="1"/>
            </a:lvl3pPr>
            <a:lvl4pPr marL="658368" indent="0">
              <a:buNone/>
              <a:defRPr sz="768" b="1"/>
            </a:lvl4pPr>
            <a:lvl5pPr marL="877824" indent="0">
              <a:buNone/>
              <a:defRPr sz="768" b="1"/>
            </a:lvl5pPr>
            <a:lvl6pPr marL="1097280" indent="0">
              <a:buNone/>
              <a:defRPr sz="768" b="1"/>
            </a:lvl6pPr>
            <a:lvl7pPr marL="1316736" indent="0">
              <a:buNone/>
              <a:defRPr sz="768" b="1"/>
            </a:lvl7pPr>
            <a:lvl8pPr marL="1536192" indent="0">
              <a:buNone/>
              <a:defRPr sz="768" b="1"/>
            </a:lvl8pPr>
            <a:lvl9pPr marL="1755648" indent="0">
              <a:buNone/>
              <a:defRPr sz="7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46" y="1336040"/>
            <a:ext cx="1856938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2153" y="896620"/>
            <a:ext cx="1866083" cy="439420"/>
          </a:xfrm>
        </p:spPr>
        <p:txBody>
          <a:bodyPr anchor="b"/>
          <a:lstStyle>
            <a:lvl1pPr marL="0" indent="0">
              <a:buNone/>
              <a:defRPr sz="1152" b="1"/>
            </a:lvl1pPr>
            <a:lvl2pPr marL="219456" indent="0">
              <a:buNone/>
              <a:defRPr sz="960" b="1"/>
            </a:lvl2pPr>
            <a:lvl3pPr marL="438912" indent="0">
              <a:buNone/>
              <a:defRPr sz="864" b="1"/>
            </a:lvl3pPr>
            <a:lvl4pPr marL="658368" indent="0">
              <a:buNone/>
              <a:defRPr sz="768" b="1"/>
            </a:lvl4pPr>
            <a:lvl5pPr marL="877824" indent="0">
              <a:buNone/>
              <a:defRPr sz="768" b="1"/>
            </a:lvl5pPr>
            <a:lvl6pPr marL="1097280" indent="0">
              <a:buNone/>
              <a:defRPr sz="768" b="1"/>
            </a:lvl6pPr>
            <a:lvl7pPr marL="1316736" indent="0">
              <a:buNone/>
              <a:defRPr sz="768" b="1"/>
            </a:lvl7pPr>
            <a:lvl8pPr marL="1536192" indent="0">
              <a:buNone/>
              <a:defRPr sz="768" b="1"/>
            </a:lvl8pPr>
            <a:lvl9pPr marL="1755648" indent="0">
              <a:buNone/>
              <a:defRPr sz="7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2153" y="1336040"/>
            <a:ext cx="1866083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E1B-3BB7-9941-B875-FBAE6B478568}" type="datetimeFigureOut">
              <a:rPr lang="en-US" smtClean="0"/>
              <a:t>3/27/26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90BA-C211-764A-8AA6-EA6C46D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53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E1B-3BB7-9941-B875-FBAE6B478568}" type="datetimeFigureOut">
              <a:rPr lang="en-US" smtClean="0"/>
              <a:t>3/27/26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90BA-C211-764A-8AA6-EA6C46D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105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E1B-3BB7-9941-B875-FBAE6B478568}" type="datetimeFigureOut">
              <a:rPr lang="en-US" smtClean="0"/>
              <a:t>3/27/26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90BA-C211-764A-8AA6-EA6C46D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394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46" y="243840"/>
            <a:ext cx="1415708" cy="853440"/>
          </a:xfrm>
        </p:spPr>
        <p:txBody>
          <a:bodyPr anchor="b"/>
          <a:lstStyle>
            <a:lvl1pPr>
              <a:defRPr sz="153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6083" y="526627"/>
            <a:ext cx="2222153" cy="2599267"/>
          </a:xfrm>
        </p:spPr>
        <p:txBody>
          <a:bodyPr/>
          <a:lstStyle>
            <a:lvl1pPr>
              <a:defRPr sz="1536"/>
            </a:lvl1pPr>
            <a:lvl2pPr>
              <a:defRPr sz="1344"/>
            </a:lvl2pPr>
            <a:lvl3pPr>
              <a:defRPr sz="1152"/>
            </a:lvl3pPr>
            <a:lvl4pPr>
              <a:defRPr sz="960"/>
            </a:lvl4pPr>
            <a:lvl5pPr>
              <a:defRPr sz="960"/>
            </a:lvl5pPr>
            <a:lvl6pPr>
              <a:defRPr sz="960"/>
            </a:lvl6pPr>
            <a:lvl7pPr>
              <a:defRPr sz="960"/>
            </a:lvl7pPr>
            <a:lvl8pPr>
              <a:defRPr sz="960"/>
            </a:lvl8pPr>
            <a:lvl9pPr>
              <a:defRPr sz="9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46" y="1097280"/>
            <a:ext cx="1415708" cy="2032847"/>
          </a:xfrm>
        </p:spPr>
        <p:txBody>
          <a:bodyPr/>
          <a:lstStyle>
            <a:lvl1pPr marL="0" indent="0">
              <a:buNone/>
              <a:defRPr sz="768"/>
            </a:lvl1pPr>
            <a:lvl2pPr marL="219456" indent="0">
              <a:buNone/>
              <a:defRPr sz="672"/>
            </a:lvl2pPr>
            <a:lvl3pPr marL="438912" indent="0">
              <a:buNone/>
              <a:defRPr sz="576"/>
            </a:lvl3pPr>
            <a:lvl4pPr marL="658368" indent="0">
              <a:buNone/>
              <a:defRPr sz="480"/>
            </a:lvl4pPr>
            <a:lvl5pPr marL="877824" indent="0">
              <a:buNone/>
              <a:defRPr sz="480"/>
            </a:lvl5pPr>
            <a:lvl6pPr marL="1097280" indent="0">
              <a:buNone/>
              <a:defRPr sz="480"/>
            </a:lvl6pPr>
            <a:lvl7pPr marL="1316736" indent="0">
              <a:buNone/>
              <a:defRPr sz="480"/>
            </a:lvl7pPr>
            <a:lvl8pPr marL="1536192" indent="0">
              <a:buNone/>
              <a:defRPr sz="480"/>
            </a:lvl8pPr>
            <a:lvl9pPr marL="1755648" indent="0">
              <a:buNone/>
              <a:defRPr sz="4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E1B-3BB7-9941-B875-FBAE6B478568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90BA-C211-764A-8AA6-EA6C46D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24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46" y="243840"/>
            <a:ext cx="1415708" cy="853440"/>
          </a:xfrm>
        </p:spPr>
        <p:txBody>
          <a:bodyPr anchor="b"/>
          <a:lstStyle>
            <a:lvl1pPr>
              <a:defRPr sz="153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6083" y="526627"/>
            <a:ext cx="2222153" cy="2599267"/>
          </a:xfrm>
        </p:spPr>
        <p:txBody>
          <a:bodyPr anchor="t"/>
          <a:lstStyle>
            <a:lvl1pPr marL="0" indent="0">
              <a:buNone/>
              <a:defRPr sz="1536"/>
            </a:lvl1pPr>
            <a:lvl2pPr marL="219456" indent="0">
              <a:buNone/>
              <a:defRPr sz="1344"/>
            </a:lvl2pPr>
            <a:lvl3pPr marL="438912" indent="0">
              <a:buNone/>
              <a:defRPr sz="1152"/>
            </a:lvl3pPr>
            <a:lvl4pPr marL="658368" indent="0">
              <a:buNone/>
              <a:defRPr sz="960"/>
            </a:lvl4pPr>
            <a:lvl5pPr marL="877824" indent="0">
              <a:buNone/>
              <a:defRPr sz="960"/>
            </a:lvl5pPr>
            <a:lvl6pPr marL="1097280" indent="0">
              <a:buNone/>
              <a:defRPr sz="960"/>
            </a:lvl6pPr>
            <a:lvl7pPr marL="1316736" indent="0">
              <a:buNone/>
              <a:defRPr sz="960"/>
            </a:lvl7pPr>
            <a:lvl8pPr marL="1536192" indent="0">
              <a:buNone/>
              <a:defRPr sz="960"/>
            </a:lvl8pPr>
            <a:lvl9pPr marL="1755648" indent="0">
              <a:buNone/>
              <a:defRPr sz="9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46" y="1097280"/>
            <a:ext cx="1415708" cy="2032847"/>
          </a:xfrm>
        </p:spPr>
        <p:txBody>
          <a:bodyPr/>
          <a:lstStyle>
            <a:lvl1pPr marL="0" indent="0">
              <a:buNone/>
              <a:defRPr sz="768"/>
            </a:lvl1pPr>
            <a:lvl2pPr marL="219456" indent="0">
              <a:buNone/>
              <a:defRPr sz="672"/>
            </a:lvl2pPr>
            <a:lvl3pPr marL="438912" indent="0">
              <a:buNone/>
              <a:defRPr sz="576"/>
            </a:lvl3pPr>
            <a:lvl4pPr marL="658368" indent="0">
              <a:buNone/>
              <a:defRPr sz="480"/>
            </a:lvl4pPr>
            <a:lvl5pPr marL="877824" indent="0">
              <a:buNone/>
              <a:defRPr sz="480"/>
            </a:lvl5pPr>
            <a:lvl6pPr marL="1097280" indent="0">
              <a:buNone/>
              <a:defRPr sz="480"/>
            </a:lvl6pPr>
            <a:lvl7pPr marL="1316736" indent="0">
              <a:buNone/>
              <a:defRPr sz="480"/>
            </a:lvl7pPr>
            <a:lvl8pPr marL="1536192" indent="0">
              <a:buNone/>
              <a:defRPr sz="480"/>
            </a:lvl8pPr>
            <a:lvl9pPr marL="1755648" indent="0">
              <a:buNone/>
              <a:defRPr sz="4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E1B-3BB7-9941-B875-FBAE6B478568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90BA-C211-764A-8AA6-EA6C46D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52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E1B-3BB7-9941-B875-FBAE6B478568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90BA-C211-764A-8AA6-EA6C46D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52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1192" y="194733"/>
            <a:ext cx="946473" cy="30996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74" y="194733"/>
            <a:ext cx="2784550" cy="30996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E1B-3BB7-9941-B875-FBAE6B478568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90BA-C211-764A-8AA6-EA6C46D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858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74" y="194734"/>
            <a:ext cx="3785890" cy="706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74" y="973666"/>
            <a:ext cx="3785890" cy="2320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74" y="3390054"/>
            <a:ext cx="987624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E69E1B-3BB7-9941-B875-FBAE6B478568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4002" y="3390054"/>
            <a:ext cx="1481435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00040" y="3390054"/>
            <a:ext cx="987624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690BA-C211-764A-8AA6-EA6C46D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691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438912" rtl="0" eaLnBrk="1" latinLnBrk="0" hangingPunct="1">
        <a:lnSpc>
          <a:spcPct val="90000"/>
        </a:lnSpc>
        <a:spcBef>
          <a:spcPct val="0"/>
        </a:spcBef>
        <a:buNone/>
        <a:defRPr sz="21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" indent="-109728" algn="l" defTabSz="438912" rtl="0" eaLnBrk="1" latinLnBrk="0" hangingPunct="1">
        <a:lnSpc>
          <a:spcPct val="90000"/>
        </a:lnSpc>
        <a:spcBef>
          <a:spcPts val="480"/>
        </a:spcBef>
        <a:buFont typeface="Arial" panose="020B0604020202020204" pitchFamily="34" charset="0"/>
        <a:buChar char="•"/>
        <a:defRPr sz="1344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" indent="-109728" algn="l" defTabSz="438912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1152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09728" algn="l" defTabSz="438912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" indent="-109728" algn="l" defTabSz="438912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" indent="-109728" algn="l" defTabSz="438912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09728" algn="l" defTabSz="438912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" indent="-109728" algn="l" defTabSz="438912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" indent="-109728" algn="l" defTabSz="438912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" indent="-109728" algn="l" defTabSz="438912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" algn="l" defTabSz="438912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" algn="l" defTabSz="438912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" algn="l" defTabSz="438912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" algn="l" defTabSz="438912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algn="l" defTabSz="438912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" algn="l" defTabSz="438912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" algn="l" defTabSz="438912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" algn="l" defTabSz="438912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335599-F334-B1B3-9B01-66A26A3FB33B}"/>
              </a:ext>
            </a:extLst>
          </p:cNvPr>
          <p:cNvCxnSpPr>
            <a:cxnSpLocks/>
          </p:cNvCxnSpPr>
          <p:nvPr/>
        </p:nvCxnSpPr>
        <p:spPr>
          <a:xfrm>
            <a:off x="1703197" y="861041"/>
            <a:ext cx="866274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35A957F-4551-4487-F598-17DDBECBAD46}"/>
              </a:ext>
            </a:extLst>
          </p:cNvPr>
          <p:cNvSpPr txBox="1"/>
          <p:nvPr/>
        </p:nvSpPr>
        <p:spPr>
          <a:xfrm>
            <a:off x="1655072" y="587540"/>
            <a:ext cx="9404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Radial Filter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0175A5-E2DB-44F5-AE92-B3BA330C278A}"/>
              </a:ext>
            </a:extLst>
          </p:cNvPr>
          <p:cNvSpPr txBox="1"/>
          <p:nvPr/>
        </p:nvSpPr>
        <p:spPr>
          <a:xfrm>
            <a:off x="1677577" y="1541206"/>
            <a:ext cx="9404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Median Filter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23F181-8208-C837-F86F-D357656CF32B}"/>
              </a:ext>
            </a:extLst>
          </p:cNvPr>
          <p:cNvCxnSpPr>
            <a:cxnSpLocks/>
          </p:cNvCxnSpPr>
          <p:nvPr/>
        </p:nvCxnSpPr>
        <p:spPr>
          <a:xfrm>
            <a:off x="1703197" y="2932436"/>
            <a:ext cx="866274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E0B0A89-ECD6-DDC5-649C-933D30A3EFF7}"/>
              </a:ext>
            </a:extLst>
          </p:cNvPr>
          <p:cNvSpPr txBox="1"/>
          <p:nvPr/>
        </p:nvSpPr>
        <p:spPr>
          <a:xfrm>
            <a:off x="1655072" y="2518965"/>
            <a:ext cx="940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Greyscale Thresholding</a:t>
            </a:r>
          </a:p>
        </p:txBody>
      </p:sp>
      <p:pic>
        <p:nvPicPr>
          <p:cNvPr id="3" name="Picture 2" descr="A group of circles with different colors&#10;&#10;AI-generated content may be incorrect.">
            <a:extLst>
              <a:ext uri="{FF2B5EF4-FFF2-40B4-BE49-F238E27FC236}">
                <a16:creationId xmlns:a16="http://schemas.microsoft.com/office/drawing/2014/main" id="{83403E8D-7BF5-A87D-5D68-1F264CD31D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165" t="33958" r="70309" b="31963"/>
          <a:stretch>
            <a:fillRect/>
          </a:stretch>
        </p:blipFill>
        <p:spPr>
          <a:xfrm>
            <a:off x="317120" y="171229"/>
            <a:ext cx="1196284" cy="1395664"/>
          </a:xfrm>
          <a:prstGeom prst="rect">
            <a:avLst/>
          </a:prstGeom>
        </p:spPr>
      </p:pic>
      <p:pic>
        <p:nvPicPr>
          <p:cNvPr id="4" name="Picture 3" descr="A group of circles with different colors&#10;&#10;AI-generated content may be incorrect.">
            <a:extLst>
              <a:ext uri="{FF2B5EF4-FFF2-40B4-BE49-F238E27FC236}">
                <a16:creationId xmlns:a16="http://schemas.microsoft.com/office/drawing/2014/main" id="{D15A3432-2CCC-7F03-80E8-C529AAC6D7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405" t="32951" r="50068" b="32130"/>
          <a:stretch>
            <a:fillRect/>
          </a:stretch>
        </p:blipFill>
        <p:spPr>
          <a:xfrm>
            <a:off x="2712342" y="136861"/>
            <a:ext cx="1196284" cy="1430032"/>
          </a:xfrm>
          <a:prstGeom prst="rect">
            <a:avLst/>
          </a:prstGeom>
        </p:spPr>
      </p:pic>
      <p:pic>
        <p:nvPicPr>
          <p:cNvPr id="5" name="Picture 4" descr="A group of circles with different colors&#10;&#10;AI-generated content may be incorrect.">
            <a:extLst>
              <a:ext uri="{FF2B5EF4-FFF2-40B4-BE49-F238E27FC236}">
                <a16:creationId xmlns:a16="http://schemas.microsoft.com/office/drawing/2014/main" id="{96AF7FEE-01E6-D5F2-7E75-9F83F5024A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534" t="33651" r="29939" b="32270"/>
          <a:stretch>
            <a:fillRect/>
          </a:stretch>
        </p:blipFill>
        <p:spPr>
          <a:xfrm>
            <a:off x="317120" y="2090708"/>
            <a:ext cx="1196284" cy="1395662"/>
          </a:xfrm>
          <a:prstGeom prst="rect">
            <a:avLst/>
          </a:prstGeom>
        </p:spPr>
      </p:pic>
      <p:pic>
        <p:nvPicPr>
          <p:cNvPr id="6" name="Picture 5" descr="A group of circles with different colors&#10;&#10;AI-generated content may be incorrect.">
            <a:extLst>
              <a:ext uri="{FF2B5EF4-FFF2-40B4-BE49-F238E27FC236}">
                <a16:creationId xmlns:a16="http://schemas.microsoft.com/office/drawing/2014/main" id="{479A8B23-347B-6909-083C-35897AA598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2203" t="32708" r="9071" b="32373"/>
          <a:stretch>
            <a:fillRect/>
          </a:stretch>
        </p:blipFill>
        <p:spPr>
          <a:xfrm>
            <a:off x="2671049" y="2041435"/>
            <a:ext cx="1278086" cy="1430032"/>
          </a:xfrm>
          <a:prstGeom prst="rect">
            <a:avLst/>
          </a:prstGeom>
        </p:spPr>
      </p:pic>
      <p:sp>
        <p:nvSpPr>
          <p:cNvPr id="8" name="Freeform 7">
            <a:extLst>
              <a:ext uri="{FF2B5EF4-FFF2-40B4-BE49-F238E27FC236}">
                <a16:creationId xmlns:a16="http://schemas.microsoft.com/office/drawing/2014/main" id="{830FE56E-E1C6-FF86-E119-C6A80C300E21}"/>
              </a:ext>
            </a:extLst>
          </p:cNvPr>
          <p:cNvSpPr/>
          <p:nvPr/>
        </p:nvSpPr>
        <p:spPr>
          <a:xfrm>
            <a:off x="991456" y="1597631"/>
            <a:ext cx="2321960" cy="436652"/>
          </a:xfrm>
          <a:custGeom>
            <a:avLst/>
            <a:gdLst>
              <a:gd name="csX0" fmla="*/ 2321960 w 2321960"/>
              <a:gd name="csY0" fmla="*/ 0 h 436652"/>
              <a:gd name="csX1" fmla="*/ 1710647 w 2321960"/>
              <a:gd name="csY1" fmla="*/ 190072 h 436652"/>
              <a:gd name="csX2" fmla="*/ 410966 w 2321960"/>
              <a:gd name="csY2" fmla="*/ 190072 h 436652"/>
              <a:gd name="csX3" fmla="*/ 0 w 2321960"/>
              <a:gd name="csY3" fmla="*/ 436652 h 436652"/>
              <a:gd name="csX0" fmla="*/ 2321960 w 2321960"/>
              <a:gd name="csY0" fmla="*/ 0 h 436652"/>
              <a:gd name="csX1" fmla="*/ 1710647 w 2321960"/>
              <a:gd name="csY1" fmla="*/ 190072 h 436652"/>
              <a:gd name="csX2" fmla="*/ 410966 w 2321960"/>
              <a:gd name="csY2" fmla="*/ 190072 h 436652"/>
              <a:gd name="csX3" fmla="*/ 0 w 2321960"/>
              <a:gd name="csY3" fmla="*/ 436652 h 436652"/>
              <a:gd name="csX0" fmla="*/ 2321960 w 2321960"/>
              <a:gd name="csY0" fmla="*/ 0 h 436652"/>
              <a:gd name="csX1" fmla="*/ 1710647 w 2321960"/>
              <a:gd name="csY1" fmla="*/ 190072 h 436652"/>
              <a:gd name="csX2" fmla="*/ 410966 w 2321960"/>
              <a:gd name="csY2" fmla="*/ 190072 h 436652"/>
              <a:gd name="csX3" fmla="*/ 0 w 2321960"/>
              <a:gd name="csY3" fmla="*/ 436652 h 436652"/>
              <a:gd name="csX0" fmla="*/ 2321960 w 2321960"/>
              <a:gd name="csY0" fmla="*/ 0 h 436652"/>
              <a:gd name="csX1" fmla="*/ 1710647 w 2321960"/>
              <a:gd name="csY1" fmla="*/ 190072 h 436652"/>
              <a:gd name="csX2" fmla="*/ 410966 w 2321960"/>
              <a:gd name="csY2" fmla="*/ 190072 h 436652"/>
              <a:gd name="csX3" fmla="*/ 0 w 2321960"/>
              <a:gd name="csY3" fmla="*/ 436652 h 4366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321960" h="436652">
                <a:moveTo>
                  <a:pt x="2321960" y="0"/>
                </a:moveTo>
                <a:cubicBezTo>
                  <a:pt x="2175553" y="79196"/>
                  <a:pt x="2024009" y="184079"/>
                  <a:pt x="1710647" y="190072"/>
                </a:cubicBezTo>
                <a:cubicBezTo>
                  <a:pt x="1397285" y="196065"/>
                  <a:pt x="690937" y="190071"/>
                  <a:pt x="410966" y="190072"/>
                </a:cubicBezTo>
                <a:cubicBezTo>
                  <a:pt x="136132" y="200346"/>
                  <a:pt x="62929" y="333910"/>
                  <a:pt x="0" y="436652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F45343-72FB-C2B7-AAFC-DDDBB8EEB7CF}"/>
              </a:ext>
            </a:extLst>
          </p:cNvPr>
          <p:cNvSpPr txBox="1"/>
          <p:nvPr/>
        </p:nvSpPr>
        <p:spPr>
          <a:xfrm>
            <a:off x="1265010" y="164077"/>
            <a:ext cx="248394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DFA3CE-2ADE-3780-F55C-F9F32D1203E8}"/>
              </a:ext>
            </a:extLst>
          </p:cNvPr>
          <p:cNvSpPr txBox="1"/>
          <p:nvPr/>
        </p:nvSpPr>
        <p:spPr>
          <a:xfrm>
            <a:off x="3660232" y="164077"/>
            <a:ext cx="248394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7DF9A7-82DB-4022-D2EA-0640E310F2E1}"/>
              </a:ext>
            </a:extLst>
          </p:cNvPr>
          <p:cNvSpPr txBox="1"/>
          <p:nvPr/>
        </p:nvSpPr>
        <p:spPr>
          <a:xfrm>
            <a:off x="1265010" y="2090708"/>
            <a:ext cx="248394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23C2F7-1EC6-CA06-DE08-58D189E93741}"/>
              </a:ext>
            </a:extLst>
          </p:cNvPr>
          <p:cNvSpPr txBox="1"/>
          <p:nvPr/>
        </p:nvSpPr>
        <p:spPr>
          <a:xfrm>
            <a:off x="3660232" y="2090708"/>
            <a:ext cx="248394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896713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</TotalTime>
  <Words>10</Words>
  <Application>Microsoft Macintosh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Jorgensen</dc:creator>
  <cp:lastModifiedBy>Christian Jorgensen</cp:lastModifiedBy>
  <cp:revision>6</cp:revision>
  <dcterms:created xsi:type="dcterms:W3CDTF">2025-10-16T15:15:52Z</dcterms:created>
  <dcterms:modified xsi:type="dcterms:W3CDTF">2026-03-27T21:21:52Z</dcterms:modified>
</cp:coreProperties>
</file>