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"/>
  </p:notesMasterIdLst>
  <p:sldIdLst>
    <p:sldId id="256" r:id="rId2"/>
  </p:sldIdLst>
  <p:sldSz cx="77724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/>
    <p:restoredTop sz="94694"/>
  </p:normalViewPr>
  <p:slideViewPr>
    <p:cSldViewPr snapToGrid="0">
      <p:cViewPr>
        <p:scale>
          <a:sx n="150" d="100"/>
          <a:sy n="150" d="100"/>
        </p:scale>
        <p:origin x="24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59D28-C048-CD45-A22E-CD69350AA0B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1288" y="1143000"/>
            <a:ext cx="403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4942A-204C-6041-8C1D-E4695473D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27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4942A-204C-6041-8C1D-E4695473D7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40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972716"/>
            <a:ext cx="6606540" cy="206925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3121766"/>
            <a:ext cx="5829300" cy="1434994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7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4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6" y="1481775"/>
            <a:ext cx="6703695" cy="2472372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6" y="3977536"/>
            <a:ext cx="6703695" cy="1300162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9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582208"/>
            <a:ext cx="330327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582208"/>
            <a:ext cx="330327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5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7" y="316443"/>
            <a:ext cx="6703695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457009"/>
            <a:ext cx="3288089" cy="71405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171065"/>
            <a:ext cx="3288089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457009"/>
            <a:ext cx="3304282" cy="71405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171065"/>
            <a:ext cx="3304282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39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70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8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7" y="396240"/>
            <a:ext cx="2506801" cy="138684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855770"/>
            <a:ext cx="3934778" cy="4223808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7" y="1783080"/>
            <a:ext cx="2506801" cy="3303376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8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7" y="396240"/>
            <a:ext cx="2506801" cy="138684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855770"/>
            <a:ext cx="3934778" cy="4223808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7" y="1783080"/>
            <a:ext cx="2506801" cy="3303376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7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1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316442"/>
            <a:ext cx="1675924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316442"/>
            <a:ext cx="4930616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5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316443"/>
            <a:ext cx="6703695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582208"/>
            <a:ext cx="6703695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5508839"/>
            <a:ext cx="174879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E7A69-ABD8-A847-ACCF-EEC8F9EE6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10" y="5508839"/>
            <a:ext cx="2623185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5508839"/>
            <a:ext cx="174879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6F7AC-45B9-C54D-82E9-7725A9F4E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7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and charts&#10;&#10;AI-generated content may be incorrect.">
            <a:extLst>
              <a:ext uri="{FF2B5EF4-FFF2-40B4-BE49-F238E27FC236}">
                <a16:creationId xmlns:a16="http://schemas.microsoft.com/office/drawing/2014/main" id="{7BE4C367-1201-3F82-686D-4037BCA63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0"/>
            <a:ext cx="7726680" cy="5943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FDC0608-D8D8-BD87-BBBC-46729E134AC5}"/>
              </a:ext>
            </a:extLst>
          </p:cNvPr>
          <p:cNvSpPr/>
          <p:nvPr/>
        </p:nvSpPr>
        <p:spPr>
          <a:xfrm>
            <a:off x="4062046" y="3764207"/>
            <a:ext cx="3379277" cy="217939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lose-up of a grey and green object&#10;&#10;AI-generated content may be incorrect.">
            <a:extLst>
              <a:ext uri="{FF2B5EF4-FFF2-40B4-BE49-F238E27FC236}">
                <a16:creationId xmlns:a16="http://schemas.microsoft.com/office/drawing/2014/main" id="{C2932B57-3123-DA85-8CAD-2F4754D7C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23" t="23594" r="6302" b="24570"/>
          <a:stretch>
            <a:fillRect/>
          </a:stretch>
        </p:blipFill>
        <p:spPr>
          <a:xfrm>
            <a:off x="4441825" y="4312300"/>
            <a:ext cx="2511425" cy="945860"/>
          </a:xfrm>
          <a:prstGeom prst="rect">
            <a:avLst/>
          </a:prstGeom>
        </p:spPr>
      </p:pic>
      <p:pic>
        <p:nvPicPr>
          <p:cNvPr id="13" name="Picture 12" descr="A close-up of a chart&#10;&#10;AI-generated content may be incorrect.">
            <a:extLst>
              <a:ext uri="{FF2B5EF4-FFF2-40B4-BE49-F238E27FC236}">
                <a16:creationId xmlns:a16="http://schemas.microsoft.com/office/drawing/2014/main" id="{DC98C15C-B9BD-491B-0384-DA28D3A0C7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574" t="60777" r="5090" b="35664"/>
          <a:stretch>
            <a:fillRect/>
          </a:stretch>
        </p:blipFill>
        <p:spPr>
          <a:xfrm>
            <a:off x="4087736" y="5553586"/>
            <a:ext cx="3290501" cy="212726"/>
          </a:xfrm>
          <a:prstGeom prst="rect">
            <a:avLst/>
          </a:prstGeom>
        </p:spPr>
      </p:pic>
      <p:pic>
        <p:nvPicPr>
          <p:cNvPr id="15" name="Picture 14" descr="A close-up of a chart&#10;&#10;AI-generated content may be incorrect.">
            <a:extLst>
              <a:ext uri="{FF2B5EF4-FFF2-40B4-BE49-F238E27FC236}">
                <a16:creationId xmlns:a16="http://schemas.microsoft.com/office/drawing/2014/main" id="{B32FEECE-CFAA-D23E-88AA-763C78AE1A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056" t="95990" r="20979" b="1634"/>
          <a:stretch>
            <a:fillRect/>
          </a:stretch>
        </p:blipFill>
        <p:spPr>
          <a:xfrm>
            <a:off x="5293126" y="5726716"/>
            <a:ext cx="852258" cy="1420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409CB3-447B-C5F5-D650-13246F4D0949}"/>
              </a:ext>
            </a:extLst>
          </p:cNvPr>
          <p:cNvSpPr txBox="1"/>
          <p:nvPr/>
        </p:nvSpPr>
        <p:spPr>
          <a:xfrm>
            <a:off x="6516769" y="3932854"/>
            <a:ext cx="1088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" b="1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2484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2</Words>
  <Application>Microsoft Macintosh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Jorgensen</dc:creator>
  <cp:lastModifiedBy>Christian Jorgensen</cp:lastModifiedBy>
  <cp:revision>10</cp:revision>
  <dcterms:created xsi:type="dcterms:W3CDTF">2026-02-06T21:42:52Z</dcterms:created>
  <dcterms:modified xsi:type="dcterms:W3CDTF">2026-03-31T16:37:35Z</dcterms:modified>
</cp:coreProperties>
</file>