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CA0B7-FC0C-B045-60C4-3C400494C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8438DB-9134-AB1A-3AA5-72161E376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F6DEF-C960-B688-105E-C00E08F67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F563C-7BC9-6C42-AA85-5B77797A704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D33EA-7527-B1C6-8825-EAEC418D1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3798C-EF1F-DC0E-4091-F92082322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E194-A532-8C41-A793-4CAF93642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21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6CC1D-9E80-13C5-C052-04655ADCE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3FB88-A6FD-D556-C6A0-8E945D2AC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54FCC-5E9C-F436-FD8D-A5035920B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F563C-7BC9-6C42-AA85-5B77797A704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7D85E-3D8B-BE3D-5285-8DD1518B9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08044-225E-EBD7-8F0D-6C610D6B9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E194-A532-8C41-A793-4CAF93642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816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D6604-6A66-F7FB-E7EE-03464BC1A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8B4D1-3026-BD04-A40D-ECCEA030D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10A99-E377-18BC-B98D-CC179B429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F563C-7BC9-6C42-AA85-5B77797A704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0D998-27F5-6D70-2317-132327FF0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91748-A9EC-4497-56EE-435539AEB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E194-A532-8C41-A793-4CAF93642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6086E-7D53-FC14-97B3-994F56EBA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E58E6-0810-9C5B-F56D-EB25D64DD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2F2940-6F42-376B-0F07-DD4030117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62FED-E315-C787-91AA-609393E0A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F563C-7BC9-6C42-AA85-5B77797A704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2A70E-AE9F-D311-1FEE-F38CCD5F3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64119-0967-7B8D-290A-ABDAC5F1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E194-A532-8C41-A793-4CAF93642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328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869A-94F1-800F-8963-19F0FCD46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648E2-E05B-B257-AC85-FFC3003A3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E6EF9E-984A-6FB9-778D-217E97149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99389-8C87-35ED-13E3-D3690D178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C64260-5E7B-9BF4-7854-85BC4410E6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DC783B-C978-8106-933A-FE8F96187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F563C-7BC9-6C42-AA85-5B77797A7044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C2463B-1584-3BD9-058F-990B2225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AAA7F1-25EE-DE78-A8ED-9D65D275B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E194-A532-8C41-A793-4CAF93642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997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F47BD-26AA-831C-4B22-4BDEC9A39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1C01BA-34B7-E673-9AF7-2C27628FF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F563C-7BC9-6C42-AA85-5B77797A7044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49C488-6836-5D72-8DC3-9AB0F7C48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C44BF9-73E0-7A8F-535C-08B12CBC2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E194-A532-8C41-A793-4CAF93642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44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A39A7-700E-D3D6-670A-C48B7144C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F563C-7BC9-6C42-AA85-5B77797A7044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685CA1-2CF6-3C8B-7E6B-1F629098E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419D7-DCBF-0E1D-8AFE-4B3AE5825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E194-A532-8C41-A793-4CAF93642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00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159CD-A568-846F-805D-F4A648AF2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F9716-4056-7C3D-3085-0C78E4387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41536A-908B-0093-18AF-5B833C5D3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897C2-8DE6-D603-FFB4-0989FBA9B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F563C-7BC9-6C42-AA85-5B77797A704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07998-618C-EEB4-55B4-BF564CB3E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3B900-BAF6-8AD9-E495-9681F74B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E194-A532-8C41-A793-4CAF93642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63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D932F-29D0-1330-0F7E-30CD6E2E0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B0FF38-A25C-01E0-8350-4B7523E319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A74D9C-39AF-F683-3B14-727AD766B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47B0C-B65E-77AB-927D-D0093495C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F563C-7BC9-6C42-AA85-5B77797A704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B9AE5-138E-36B1-C5EE-5539A3F79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AE6B6-872B-C419-CD36-ACA922FC8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E194-A532-8C41-A793-4CAF93642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43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9C073-DD43-947A-28F4-E0C4B4880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0C8BE4-FC85-47D1-E73C-33E043B96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7F276-CE87-71A1-A011-D9BC5F0E8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F563C-7BC9-6C42-AA85-5B77797A704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94B63-2C96-B6BE-D9D4-255C86684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F02F1-80DD-8AF6-6892-5774E46B5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E194-A532-8C41-A793-4CAF93642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45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492D1F-95E2-58A1-22CD-E87A12C2D1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15372-C998-44CA-0BF1-3878CBCCA1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A6237-65F1-B719-BA82-3F68888FB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F563C-7BC9-6C42-AA85-5B77797A704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60635-19CA-C323-2B1B-E7E80B59A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592D8-D9C3-A06D-AB40-C21492AF5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E194-A532-8C41-A793-4CAF93642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7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3A9C2A-0268-6D99-79CF-904F8E0C9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92D51-A7B9-AA8A-83E3-BD506440B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B4E90-D6F7-490E-A8E1-40350785F2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8F563C-7BC9-6C42-AA85-5B77797A704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12E09-222E-853A-5A63-3CCE139955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202A2-C841-37BC-116D-C58F592271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D1E194-A532-8C41-A793-4CAF93642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34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DBBBFD4-03B3-1416-B0EE-901559463200}"/>
              </a:ext>
            </a:extLst>
          </p:cNvPr>
          <p:cNvSpPr/>
          <p:nvPr/>
        </p:nvSpPr>
        <p:spPr>
          <a:xfrm>
            <a:off x="5377536" y="846574"/>
            <a:ext cx="5096363" cy="516485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BD52E7-1520-5396-5C44-B67E1290A0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19" t="38111" r="51083" b="39251"/>
          <a:stretch>
            <a:fillRect/>
          </a:stretch>
        </p:blipFill>
        <p:spPr bwMode="auto">
          <a:xfrm>
            <a:off x="130626" y="846574"/>
            <a:ext cx="5096363" cy="516485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ED1BE4-4B9F-45CF-79FD-DEB8947A8CCC}"/>
              </a:ext>
            </a:extLst>
          </p:cNvPr>
          <p:cNvSpPr txBox="1"/>
          <p:nvPr/>
        </p:nvSpPr>
        <p:spPr>
          <a:xfrm>
            <a:off x="206826" y="925286"/>
            <a:ext cx="30806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A)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CrySoD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2DDB9A-6BAD-EBAD-0480-18D8C10556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8" b="628"/>
          <a:stretch/>
        </p:blipFill>
        <p:spPr>
          <a:xfrm>
            <a:off x="5574798" y="1883228"/>
            <a:ext cx="4701837" cy="30915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EF3176D-DBFE-9DAF-F558-911960CB2524}"/>
              </a:ext>
            </a:extLst>
          </p:cNvPr>
          <p:cNvSpPr txBox="1"/>
          <p:nvPr/>
        </p:nvSpPr>
        <p:spPr>
          <a:xfrm>
            <a:off x="5461952" y="925286"/>
            <a:ext cx="19083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B) CT</a:t>
            </a:r>
          </a:p>
        </p:txBody>
      </p:sp>
    </p:spTree>
    <p:extLst>
      <p:ext uri="{BB962C8B-B14F-4D97-AF65-F5344CB8AC3E}">
        <p14:creationId xmlns:p14="http://schemas.microsoft.com/office/powerpoint/2010/main" val="3839139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Jorgensen</dc:creator>
  <cp:lastModifiedBy>Christian Jorgensen</cp:lastModifiedBy>
  <cp:revision>6</cp:revision>
  <dcterms:created xsi:type="dcterms:W3CDTF">2026-04-01T20:36:44Z</dcterms:created>
  <dcterms:modified xsi:type="dcterms:W3CDTF">2026-04-01T21:03:37Z</dcterms:modified>
</cp:coreProperties>
</file>