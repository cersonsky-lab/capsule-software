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56" r:id="rId2"/>
  </p:sldIdLst>
  <p:sldSz cx="9144000" cy="2743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22"/>
    <p:restoredTop sz="94691"/>
  </p:normalViewPr>
  <p:slideViewPr>
    <p:cSldViewPr snapToGrid="0">
      <p:cViewPr>
        <p:scale>
          <a:sx n="241" d="100"/>
          <a:sy n="241" d="100"/>
        </p:scale>
        <p:origin x="-2976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15759D-320A-2B4C-92D8-ECAE0F5B25DA}" type="datetimeFigureOut">
              <a:rPr lang="en-US" smtClean="0"/>
              <a:t>4/12/26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0" y="1143000"/>
            <a:ext cx="102870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5830EB-9FDB-BF49-9D2C-EE30FD397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697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14477" rtl="0" eaLnBrk="1" latinLnBrk="0" hangingPunct="1">
      <a:defRPr sz="806" kern="1200">
        <a:solidFill>
          <a:schemeClr val="tx1"/>
        </a:solidFill>
        <a:latin typeface="+mn-lt"/>
        <a:ea typeface="+mn-ea"/>
        <a:cs typeface="+mn-cs"/>
      </a:defRPr>
    </a:lvl1pPr>
    <a:lvl2pPr marL="307238" algn="l" defTabSz="614477" rtl="0" eaLnBrk="1" latinLnBrk="0" hangingPunct="1">
      <a:defRPr sz="806" kern="1200">
        <a:solidFill>
          <a:schemeClr val="tx1"/>
        </a:solidFill>
        <a:latin typeface="+mn-lt"/>
        <a:ea typeface="+mn-ea"/>
        <a:cs typeface="+mn-cs"/>
      </a:defRPr>
    </a:lvl2pPr>
    <a:lvl3pPr marL="614477" algn="l" defTabSz="614477" rtl="0" eaLnBrk="1" latinLnBrk="0" hangingPunct="1">
      <a:defRPr sz="806" kern="1200">
        <a:solidFill>
          <a:schemeClr val="tx1"/>
        </a:solidFill>
        <a:latin typeface="+mn-lt"/>
        <a:ea typeface="+mn-ea"/>
        <a:cs typeface="+mn-cs"/>
      </a:defRPr>
    </a:lvl3pPr>
    <a:lvl4pPr marL="921715" algn="l" defTabSz="614477" rtl="0" eaLnBrk="1" latinLnBrk="0" hangingPunct="1">
      <a:defRPr sz="806" kern="1200">
        <a:solidFill>
          <a:schemeClr val="tx1"/>
        </a:solidFill>
        <a:latin typeface="+mn-lt"/>
        <a:ea typeface="+mn-ea"/>
        <a:cs typeface="+mn-cs"/>
      </a:defRPr>
    </a:lvl4pPr>
    <a:lvl5pPr marL="1228954" algn="l" defTabSz="614477" rtl="0" eaLnBrk="1" latinLnBrk="0" hangingPunct="1">
      <a:defRPr sz="806" kern="1200">
        <a:solidFill>
          <a:schemeClr val="tx1"/>
        </a:solidFill>
        <a:latin typeface="+mn-lt"/>
        <a:ea typeface="+mn-ea"/>
        <a:cs typeface="+mn-cs"/>
      </a:defRPr>
    </a:lvl5pPr>
    <a:lvl6pPr marL="1536192" algn="l" defTabSz="614477" rtl="0" eaLnBrk="1" latinLnBrk="0" hangingPunct="1">
      <a:defRPr sz="806" kern="1200">
        <a:solidFill>
          <a:schemeClr val="tx1"/>
        </a:solidFill>
        <a:latin typeface="+mn-lt"/>
        <a:ea typeface="+mn-ea"/>
        <a:cs typeface="+mn-cs"/>
      </a:defRPr>
    </a:lvl6pPr>
    <a:lvl7pPr marL="1843430" algn="l" defTabSz="614477" rtl="0" eaLnBrk="1" latinLnBrk="0" hangingPunct="1">
      <a:defRPr sz="806" kern="1200">
        <a:solidFill>
          <a:schemeClr val="tx1"/>
        </a:solidFill>
        <a:latin typeface="+mn-lt"/>
        <a:ea typeface="+mn-ea"/>
        <a:cs typeface="+mn-cs"/>
      </a:defRPr>
    </a:lvl7pPr>
    <a:lvl8pPr marL="2150669" algn="l" defTabSz="614477" rtl="0" eaLnBrk="1" latinLnBrk="0" hangingPunct="1">
      <a:defRPr sz="806" kern="1200">
        <a:solidFill>
          <a:schemeClr val="tx1"/>
        </a:solidFill>
        <a:latin typeface="+mn-lt"/>
        <a:ea typeface="+mn-ea"/>
        <a:cs typeface="+mn-cs"/>
      </a:defRPr>
    </a:lvl8pPr>
    <a:lvl9pPr marL="2457907" algn="l" defTabSz="614477" rtl="0" eaLnBrk="1" latinLnBrk="0" hangingPunct="1">
      <a:defRPr sz="80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5830EB-9FDB-BF49-9D2C-EE30FD397B8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435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448945"/>
            <a:ext cx="6858000" cy="955040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1440815"/>
            <a:ext cx="6858000" cy="662305"/>
          </a:xfrm>
        </p:spPr>
        <p:txBody>
          <a:bodyPr/>
          <a:lstStyle>
            <a:lvl1pPr marL="0" indent="0" algn="ctr">
              <a:buNone/>
              <a:defRPr sz="960"/>
            </a:lvl1pPr>
            <a:lvl2pPr marL="182880" indent="0" algn="ctr">
              <a:buNone/>
              <a:defRPr sz="800"/>
            </a:lvl2pPr>
            <a:lvl3pPr marL="365760" indent="0" algn="ctr">
              <a:buNone/>
              <a:defRPr sz="720"/>
            </a:lvl3pPr>
            <a:lvl4pPr marL="548640" indent="0" algn="ctr">
              <a:buNone/>
              <a:defRPr sz="640"/>
            </a:lvl4pPr>
            <a:lvl5pPr marL="731520" indent="0" algn="ctr">
              <a:buNone/>
              <a:defRPr sz="640"/>
            </a:lvl5pPr>
            <a:lvl6pPr marL="914400" indent="0" algn="ctr">
              <a:buNone/>
              <a:defRPr sz="640"/>
            </a:lvl6pPr>
            <a:lvl7pPr marL="1097280" indent="0" algn="ctr">
              <a:buNone/>
              <a:defRPr sz="640"/>
            </a:lvl7pPr>
            <a:lvl8pPr marL="1280160" indent="0" algn="ctr">
              <a:buNone/>
              <a:defRPr sz="640"/>
            </a:lvl8pPr>
            <a:lvl9pPr marL="1463040" indent="0" algn="ctr">
              <a:buNone/>
              <a:defRPr sz="6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7CBC4-C98C-244C-B17C-534F9A5817B5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5F9E9-243A-EF45-BB0D-D584222E9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220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7CBC4-C98C-244C-B17C-534F9A5817B5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5F9E9-243A-EF45-BB0D-D584222E9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754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683895"/>
            <a:ext cx="7886700" cy="114109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1835785"/>
            <a:ext cx="7886700" cy="600075"/>
          </a:xfrm>
        </p:spPr>
        <p:txBody>
          <a:bodyPr/>
          <a:lstStyle>
            <a:lvl1pPr marL="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1pPr>
            <a:lvl2pPr marL="18288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2pPr>
            <a:lvl3pPr marL="365760" indent="0">
              <a:buNone/>
              <a:defRPr sz="720">
                <a:solidFill>
                  <a:schemeClr val="tx1">
                    <a:tint val="82000"/>
                  </a:schemeClr>
                </a:solidFill>
              </a:defRPr>
            </a:lvl3pPr>
            <a:lvl4pPr marL="54864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4pPr>
            <a:lvl5pPr marL="73152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5pPr>
            <a:lvl6pPr marL="91440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6pPr>
            <a:lvl7pPr marL="109728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7pPr>
            <a:lvl8pPr marL="128016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8pPr>
            <a:lvl9pPr marL="146304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7CBC4-C98C-244C-B17C-534F9A5817B5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5F9E9-243A-EF45-BB0D-D584222E9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535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730250"/>
            <a:ext cx="388620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730250"/>
            <a:ext cx="388620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7CBC4-C98C-244C-B17C-534F9A5817B5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5F9E9-243A-EF45-BB0D-D584222E9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697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46050"/>
            <a:ext cx="7886700" cy="5302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672465"/>
            <a:ext cx="3868340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002030"/>
            <a:ext cx="3868340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672465"/>
            <a:ext cx="3887391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002030"/>
            <a:ext cx="3887391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7CBC4-C98C-244C-B17C-534F9A5817B5}" type="datetimeFigureOut">
              <a:rPr lang="en-US" smtClean="0"/>
              <a:t>4/10/26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5F9E9-243A-EF45-BB0D-D584222E9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378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7CBC4-C98C-244C-B17C-534F9A5817B5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5F9E9-243A-EF45-BB0D-D584222E9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423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7CBC4-C98C-244C-B17C-534F9A5817B5}" type="datetimeFigureOut">
              <a:rPr lang="en-US" smtClean="0"/>
              <a:t>4/10/26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5F9E9-243A-EF45-BB0D-D584222E9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063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82880"/>
            <a:ext cx="2949178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394970"/>
            <a:ext cx="4629150" cy="1949450"/>
          </a:xfrm>
        </p:spPr>
        <p:txBody>
          <a:bodyPr/>
          <a:lstStyle>
            <a:lvl1pPr>
              <a:defRPr sz="1280"/>
            </a:lvl1pPr>
            <a:lvl2pPr>
              <a:defRPr sz="1120"/>
            </a:lvl2pPr>
            <a:lvl3pPr>
              <a:defRPr sz="96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822960"/>
            <a:ext cx="2949178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7CBC4-C98C-244C-B17C-534F9A5817B5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5F9E9-243A-EF45-BB0D-D584222E9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848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82880"/>
            <a:ext cx="2949178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394970"/>
            <a:ext cx="4629150" cy="1949450"/>
          </a:xfrm>
        </p:spPr>
        <p:txBody>
          <a:bodyPr anchor="t"/>
          <a:lstStyle>
            <a:lvl1pPr marL="0" indent="0">
              <a:buNone/>
              <a:defRPr sz="1280"/>
            </a:lvl1pPr>
            <a:lvl2pPr marL="182880" indent="0">
              <a:buNone/>
              <a:defRPr sz="1120"/>
            </a:lvl2pPr>
            <a:lvl3pPr marL="365760" indent="0">
              <a:buNone/>
              <a:defRPr sz="960"/>
            </a:lvl3pPr>
            <a:lvl4pPr marL="548640" indent="0">
              <a:buNone/>
              <a:defRPr sz="800"/>
            </a:lvl4pPr>
            <a:lvl5pPr marL="731520" indent="0">
              <a:buNone/>
              <a:defRPr sz="800"/>
            </a:lvl5pPr>
            <a:lvl6pPr marL="914400" indent="0">
              <a:buNone/>
              <a:defRPr sz="800"/>
            </a:lvl6pPr>
            <a:lvl7pPr marL="1097280" indent="0">
              <a:buNone/>
              <a:defRPr sz="800"/>
            </a:lvl7pPr>
            <a:lvl8pPr marL="1280160" indent="0">
              <a:buNone/>
              <a:defRPr sz="800"/>
            </a:lvl8pPr>
            <a:lvl9pPr marL="1463040" indent="0">
              <a:buNone/>
              <a:defRPr sz="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822960"/>
            <a:ext cx="2949178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7CBC4-C98C-244C-B17C-534F9A5817B5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5F9E9-243A-EF45-BB0D-D584222E9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651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7CBC4-C98C-244C-B17C-534F9A5817B5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5F9E9-243A-EF45-BB0D-D584222E9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575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146050"/>
            <a:ext cx="1971675" cy="2324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46050"/>
            <a:ext cx="5800725" cy="23247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7CBC4-C98C-244C-B17C-534F9A5817B5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5F9E9-243A-EF45-BB0D-D584222E9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72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46050"/>
            <a:ext cx="7886700" cy="530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730250"/>
            <a:ext cx="7886700" cy="1740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2542540"/>
            <a:ext cx="205740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77CBC4-C98C-244C-B17C-534F9A5817B5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2542540"/>
            <a:ext cx="308610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2542540"/>
            <a:ext cx="205740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45F9E9-243A-EF45-BB0D-D584222E9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114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65760" rtl="0" eaLnBrk="1" latinLnBrk="0" hangingPunct="1">
        <a:lnSpc>
          <a:spcPct val="90000"/>
        </a:lnSpc>
        <a:spcBef>
          <a:spcPct val="0"/>
        </a:spcBef>
        <a:buNone/>
        <a:defRPr sz="17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36576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E09CC3-1F78-B4BB-F73A-76C5D0659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9144000" cy="27432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0CC397F-3C66-0588-5DAF-0E028ED15929}"/>
              </a:ext>
            </a:extLst>
          </p:cNvPr>
          <p:cNvCxnSpPr>
            <a:cxnSpLocks/>
          </p:cNvCxnSpPr>
          <p:nvPr/>
        </p:nvCxnSpPr>
        <p:spPr>
          <a:xfrm>
            <a:off x="8770289" y="707666"/>
            <a:ext cx="111318" cy="3419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5FBA425-53F8-97C5-69F4-92551F8A26A7}"/>
              </a:ext>
            </a:extLst>
          </p:cNvPr>
          <p:cNvSpPr txBox="1"/>
          <p:nvPr/>
        </p:nvSpPr>
        <p:spPr>
          <a:xfrm>
            <a:off x="8332968" y="354236"/>
            <a:ext cx="8269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Single-voxel crystallites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C5F1265-AC27-920D-8C35-B0261689C73C}"/>
              </a:ext>
            </a:extLst>
          </p:cNvPr>
          <p:cNvCxnSpPr>
            <a:cxnSpLocks/>
          </p:cNvCxnSpPr>
          <p:nvPr/>
        </p:nvCxnSpPr>
        <p:spPr>
          <a:xfrm flipH="1">
            <a:off x="6045200" y="1455467"/>
            <a:ext cx="401320" cy="3682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E2440DE-1329-048B-B97C-3871208E198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319" t="38262" r="32450" b="7407"/>
          <a:stretch>
            <a:fillRect/>
          </a:stretch>
        </p:blipFill>
        <p:spPr>
          <a:xfrm rot="10800000">
            <a:off x="5674580" y="179846"/>
            <a:ext cx="888377" cy="698773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037D423-8164-AC54-03F1-A3419EBF9D51}"/>
              </a:ext>
            </a:extLst>
          </p:cNvPr>
          <p:cNvCxnSpPr>
            <a:cxnSpLocks/>
          </p:cNvCxnSpPr>
          <p:nvPr/>
        </p:nvCxnSpPr>
        <p:spPr>
          <a:xfrm flipH="1" flipV="1">
            <a:off x="5511800" y="411480"/>
            <a:ext cx="325560" cy="1120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AD27F770-9D9D-786A-EFD0-CE688ADD01A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0947" t="32029" r="43597" b="21296"/>
          <a:stretch>
            <a:fillRect/>
          </a:stretch>
        </p:blipFill>
        <p:spPr>
          <a:xfrm>
            <a:off x="6141030" y="876390"/>
            <a:ext cx="686962" cy="579077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F789FEDC-622A-35BB-1790-B063A90C063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7359" t="40473" r="36126" b="23333"/>
          <a:stretch>
            <a:fillRect/>
          </a:stretch>
        </p:blipFill>
        <p:spPr>
          <a:xfrm>
            <a:off x="7088312" y="1004253"/>
            <a:ext cx="516211" cy="451213"/>
          </a:xfrm>
          <a:prstGeom prst="rect">
            <a:avLst/>
          </a:prstGeom>
        </p:spPr>
      </p:pic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CC03293-30E3-95E9-673E-2A3E6BEC8B1F}"/>
              </a:ext>
            </a:extLst>
          </p:cNvPr>
          <p:cNvCxnSpPr>
            <a:cxnSpLocks/>
          </p:cNvCxnSpPr>
          <p:nvPr/>
        </p:nvCxnSpPr>
        <p:spPr>
          <a:xfrm flipH="1">
            <a:off x="6918960" y="1417320"/>
            <a:ext cx="294640" cy="320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4" name="Picture 43">
            <a:extLst>
              <a:ext uri="{FF2B5EF4-FFF2-40B4-BE49-F238E27FC236}">
                <a16:creationId xmlns:a16="http://schemas.microsoft.com/office/drawing/2014/main" id="{EB59EDA0-0169-F246-0BE6-F7A959A3250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7532" t="40473" r="50000" b="22369"/>
          <a:stretch>
            <a:fillRect/>
          </a:stretch>
        </p:blipFill>
        <p:spPr>
          <a:xfrm>
            <a:off x="7797446" y="1220456"/>
            <a:ext cx="185892" cy="196864"/>
          </a:xfrm>
          <a:prstGeom prst="rect">
            <a:avLst/>
          </a:prstGeom>
        </p:spPr>
      </p:pic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671943F-437B-6462-FF4E-9FC7C3599211}"/>
              </a:ext>
            </a:extLst>
          </p:cNvPr>
          <p:cNvCxnSpPr>
            <a:cxnSpLocks/>
          </p:cNvCxnSpPr>
          <p:nvPr/>
        </p:nvCxnSpPr>
        <p:spPr>
          <a:xfrm flipH="1">
            <a:off x="7542479" y="1459167"/>
            <a:ext cx="247356" cy="5916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3784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2760</TotalTime>
  <Words>3</Words>
  <Application>Microsoft Macintosh PowerPoint</Application>
  <PresentationFormat>Custom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Jorgensen</dc:creator>
  <cp:lastModifiedBy>Christian Jorgensen</cp:lastModifiedBy>
  <cp:revision>3</cp:revision>
  <dcterms:created xsi:type="dcterms:W3CDTF">2026-04-10T21:16:14Z</dcterms:created>
  <dcterms:modified xsi:type="dcterms:W3CDTF">2026-04-12T19:16:55Z</dcterms:modified>
</cp:coreProperties>
</file>