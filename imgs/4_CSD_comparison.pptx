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315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26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22363"/>
            <a:ext cx="621792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5486400" cy="1655762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1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3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709740"/>
            <a:ext cx="630936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589465"/>
            <a:ext cx="6309360" cy="1500187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2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126"/>
            <a:ext cx="63093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681163"/>
            <a:ext cx="3094672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505075"/>
            <a:ext cx="309467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681163"/>
            <a:ext cx="3109913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505075"/>
            <a:ext cx="310991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2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4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6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987426"/>
            <a:ext cx="3703320" cy="4873625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2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987426"/>
            <a:ext cx="3703320" cy="4873625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9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5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65125"/>
            <a:ext cx="157734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65125"/>
            <a:ext cx="46405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0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65126"/>
            <a:ext cx="63093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25625"/>
            <a:ext cx="63093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2C319-85CC-E64B-93F5-5CD11DB175F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356352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2BF68-8563-EA4B-809B-3115276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6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5F0F19-00AC-93E7-FFBF-71FA4772C815}"/>
              </a:ext>
            </a:extLst>
          </p:cNvPr>
          <p:cNvSpPr txBox="1"/>
          <p:nvPr/>
        </p:nvSpPr>
        <p:spPr>
          <a:xfrm>
            <a:off x="387920" y="240485"/>
            <a:ext cx="93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9DE1D-DB82-0FF0-C19F-AF0FE92758E6}"/>
              </a:ext>
            </a:extLst>
          </p:cNvPr>
          <p:cNvSpPr txBox="1"/>
          <p:nvPr/>
        </p:nvSpPr>
        <p:spPr>
          <a:xfrm>
            <a:off x="2616338" y="240485"/>
            <a:ext cx="93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82BBF-D471-140E-7C4E-62DF503B43B8}"/>
              </a:ext>
            </a:extLst>
          </p:cNvPr>
          <p:cNvSpPr txBox="1"/>
          <p:nvPr/>
        </p:nvSpPr>
        <p:spPr>
          <a:xfrm>
            <a:off x="5617024" y="240485"/>
            <a:ext cx="93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pic>
        <p:nvPicPr>
          <p:cNvPr id="3" name="Picture 2" descr="A group of images of crystals&#10;&#10;AI-generated content may be incorrect.">
            <a:extLst>
              <a:ext uri="{FF2B5EF4-FFF2-40B4-BE49-F238E27FC236}">
                <a16:creationId xmlns:a16="http://schemas.microsoft.com/office/drawing/2014/main" id="{36BF2FAC-6E27-2026-5CF6-2FAA21442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734"/>
            <a:ext cx="7315200" cy="59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6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9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6</cp:revision>
  <dcterms:created xsi:type="dcterms:W3CDTF">2026-03-03T15:32:11Z</dcterms:created>
  <dcterms:modified xsi:type="dcterms:W3CDTF">2026-03-09T15:12:14Z</dcterms:modified>
</cp:coreProperties>
</file>