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100584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9" d="100"/>
          <a:sy n="109" d="100"/>
        </p:scale>
        <p:origin x="1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197187"/>
            <a:ext cx="8549640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842174"/>
            <a:ext cx="75438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F0A7-03B9-854F-93F2-069787A6D83A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A3DD-FA9F-F94E-849F-67F53E7F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F0A7-03B9-854F-93F2-069787A6D83A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A3DD-FA9F-F94E-849F-67F53E7F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57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823722"/>
            <a:ext cx="8675370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4895429"/>
            <a:ext cx="8675370" cy="16001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F0A7-03B9-854F-93F2-069787A6D83A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A3DD-FA9F-F94E-849F-67F53E7F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6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1947333"/>
            <a:ext cx="427482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1947333"/>
            <a:ext cx="427482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F0A7-03B9-854F-93F2-069787A6D83A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A3DD-FA9F-F94E-849F-67F53E7F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5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389468"/>
            <a:ext cx="867537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793241"/>
            <a:ext cx="4255174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672080"/>
            <a:ext cx="4255174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793241"/>
            <a:ext cx="4276130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672080"/>
            <a:ext cx="4276130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F0A7-03B9-854F-93F2-069787A6D83A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A3DD-FA9F-F94E-849F-67F53E7F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09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F0A7-03B9-854F-93F2-069787A6D83A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A3DD-FA9F-F94E-849F-67F53E7F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7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F0A7-03B9-854F-93F2-069787A6D83A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A3DD-FA9F-F94E-849F-67F53E7F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5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87680"/>
            <a:ext cx="3244096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053255"/>
            <a:ext cx="5092065" cy="5198533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194560"/>
            <a:ext cx="3244096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F0A7-03B9-854F-93F2-069787A6D83A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A3DD-FA9F-F94E-849F-67F53E7F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1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87680"/>
            <a:ext cx="3244096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053255"/>
            <a:ext cx="5092065" cy="5198533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194560"/>
            <a:ext cx="3244096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F0A7-03B9-854F-93F2-069787A6D83A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A3DD-FA9F-F94E-849F-67F53E7F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77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F0A7-03B9-854F-93F2-069787A6D83A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A3DD-FA9F-F94E-849F-67F53E7F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43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389467"/>
            <a:ext cx="2168843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389467"/>
            <a:ext cx="6380798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F0A7-03B9-854F-93F2-069787A6D83A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0A3DD-FA9F-F94E-849F-67F53E7F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12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389468"/>
            <a:ext cx="867537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1947333"/>
            <a:ext cx="867537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6780108"/>
            <a:ext cx="226314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6F0A7-03B9-854F-93F2-069787A6D83A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6780108"/>
            <a:ext cx="339471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6780108"/>
            <a:ext cx="226314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0A3DD-FA9F-F94E-849F-67F53E7F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08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EB8E2E8-0E78-6AC2-9881-CF1BBD62FE03}"/>
              </a:ext>
            </a:extLst>
          </p:cNvPr>
          <p:cNvSpPr txBox="1"/>
          <p:nvPr/>
        </p:nvSpPr>
        <p:spPr>
          <a:xfrm>
            <a:off x="227271" y="1451010"/>
            <a:ext cx="295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Empty Capsule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4D11E-EDD3-88F4-E6D3-319AB45A03B2}"/>
              </a:ext>
            </a:extLst>
          </p:cNvPr>
          <p:cNvSpPr txBox="1"/>
          <p:nvPr/>
        </p:nvSpPr>
        <p:spPr>
          <a:xfrm>
            <a:off x="227271" y="3546174"/>
            <a:ext cx="295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PEG Capsule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486DD2-8EC6-4562-22E0-8029C9370475}"/>
              </a:ext>
            </a:extLst>
          </p:cNvPr>
          <p:cNvSpPr txBox="1"/>
          <p:nvPr/>
        </p:nvSpPr>
        <p:spPr>
          <a:xfrm>
            <a:off x="227271" y="6010670"/>
            <a:ext cx="295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MOD+PEG Capsule</a:t>
            </a:r>
          </a:p>
        </p:txBody>
      </p:sp>
      <p:pic>
        <p:nvPicPr>
          <p:cNvPr id="3" name="Picture 2" descr="A collage of images of a cell&#10;&#10;AI-generated content may be incorrect.">
            <a:extLst>
              <a:ext uri="{FF2B5EF4-FFF2-40B4-BE49-F238E27FC236}">
                <a16:creationId xmlns:a16="http://schemas.microsoft.com/office/drawing/2014/main" id="{44E3C50F-C0B2-F1D5-5EED-888F0FDDD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486" y="486506"/>
            <a:ext cx="75438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57AEAA-D645-900D-CA99-78E9A9520AE2}"/>
              </a:ext>
            </a:extLst>
          </p:cNvPr>
          <p:cNvSpPr txBox="1"/>
          <p:nvPr/>
        </p:nvSpPr>
        <p:spPr>
          <a:xfrm>
            <a:off x="2719754" y="117174"/>
            <a:ext cx="2192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Raw Scans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7A2D71-DAFB-84C0-FA67-850355FBFE28}"/>
              </a:ext>
            </a:extLst>
          </p:cNvPr>
          <p:cNvSpPr txBox="1"/>
          <p:nvPr/>
        </p:nvSpPr>
        <p:spPr>
          <a:xfrm>
            <a:off x="5201278" y="117174"/>
            <a:ext cx="2192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Labeled Intensities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8FD0F5-F2F4-6060-D49E-0D5E92DA2250}"/>
              </a:ext>
            </a:extLst>
          </p:cNvPr>
          <p:cNvSpPr txBox="1"/>
          <p:nvPr/>
        </p:nvSpPr>
        <p:spPr>
          <a:xfrm>
            <a:off x="7635282" y="117174"/>
            <a:ext cx="2192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Colored Voxels</a:t>
            </a:r>
          </a:p>
        </p:txBody>
      </p:sp>
    </p:spTree>
    <p:extLst>
      <p:ext uri="{BB962C8B-B14F-4D97-AF65-F5344CB8AC3E}">
        <p14:creationId xmlns:p14="http://schemas.microsoft.com/office/powerpoint/2010/main" val="3279792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14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Jorgensen</dc:creator>
  <cp:lastModifiedBy>Christian Jorgensen</cp:lastModifiedBy>
  <cp:revision>5</cp:revision>
  <dcterms:created xsi:type="dcterms:W3CDTF">2026-03-09T15:13:56Z</dcterms:created>
  <dcterms:modified xsi:type="dcterms:W3CDTF">2026-03-27T21:19:26Z</dcterms:modified>
</cp:coreProperties>
</file>