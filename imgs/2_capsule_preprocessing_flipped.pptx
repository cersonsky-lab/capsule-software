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2743200" cy="8778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>
      <p:cViewPr>
        <p:scale>
          <a:sx n="75" d="100"/>
          <a:sy n="75" d="100"/>
        </p:scale>
        <p:origin x="464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1436729"/>
            <a:ext cx="2331720" cy="3056349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4610942"/>
            <a:ext cx="2057400" cy="2119529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1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2188625"/>
            <a:ext cx="2366010" cy="3651768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5874940"/>
            <a:ext cx="2366010" cy="1920378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9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2336969"/>
            <a:ext cx="1165860" cy="5570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2336969"/>
            <a:ext cx="1165860" cy="5570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467396"/>
            <a:ext cx="2366010" cy="16968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2152044"/>
            <a:ext cx="1160502" cy="1054684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3206728"/>
            <a:ext cx="1160502" cy="4716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2152044"/>
            <a:ext cx="1166217" cy="1054684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3206728"/>
            <a:ext cx="1166217" cy="4716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8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6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1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585258"/>
            <a:ext cx="884753" cy="2048404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1263997"/>
            <a:ext cx="1388745" cy="6238691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633662"/>
            <a:ext cx="884753" cy="4879186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0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585258"/>
            <a:ext cx="884753" cy="2048404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1263997"/>
            <a:ext cx="1388745" cy="6238691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633662"/>
            <a:ext cx="884753" cy="4879186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5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467394"/>
            <a:ext cx="591503" cy="74396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467394"/>
            <a:ext cx="1740218" cy="74396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467396"/>
            <a:ext cx="2366010" cy="1696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2336969"/>
            <a:ext cx="2366010" cy="557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8136718"/>
            <a:ext cx="617220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69E1B-3BB7-9941-B875-FBAE6B4785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8136718"/>
            <a:ext cx="925830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8136718"/>
            <a:ext cx="617220" cy="467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3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DDCC6C1-14EA-E41C-4322-12A00F61E0E3}"/>
              </a:ext>
            </a:extLst>
          </p:cNvPr>
          <p:cNvGrpSpPr/>
          <p:nvPr/>
        </p:nvGrpSpPr>
        <p:grpSpPr>
          <a:xfrm rot="5400000">
            <a:off x="-2477604" y="3506447"/>
            <a:ext cx="8707689" cy="1733916"/>
            <a:chOff x="-2981290" y="3278530"/>
            <a:chExt cx="8707689" cy="17339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5335599-F334-B1B3-9B01-66A26A3FB33B}"/>
                </a:ext>
              </a:extLst>
            </p:cNvPr>
            <p:cNvCxnSpPr>
              <a:cxnSpLocks/>
            </p:cNvCxnSpPr>
            <p:nvPr/>
          </p:nvCxnSpPr>
          <p:spPr>
            <a:xfrm>
              <a:off x="-1495521" y="4397457"/>
              <a:ext cx="86627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5A957F-4551-4487-F598-17DDBECBAD46}"/>
                </a:ext>
              </a:extLst>
            </p:cNvPr>
            <p:cNvSpPr txBox="1"/>
            <p:nvPr/>
          </p:nvSpPr>
          <p:spPr>
            <a:xfrm rot="16200000">
              <a:off x="-1588997" y="3725147"/>
              <a:ext cx="10836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Radial Filter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E74367F-8269-1CB8-49E0-882F30830B02}"/>
                </a:ext>
              </a:extLst>
            </p:cNvPr>
            <p:cNvCxnSpPr>
              <a:cxnSpLocks/>
            </p:cNvCxnSpPr>
            <p:nvPr/>
          </p:nvCxnSpPr>
          <p:spPr>
            <a:xfrm>
              <a:off x="992553" y="4397457"/>
              <a:ext cx="86627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0175A5-E2DB-44F5-AE92-B3BA330C278A}"/>
                </a:ext>
              </a:extLst>
            </p:cNvPr>
            <p:cNvSpPr txBox="1"/>
            <p:nvPr/>
          </p:nvSpPr>
          <p:spPr>
            <a:xfrm rot="16200000">
              <a:off x="881085" y="3681872"/>
              <a:ext cx="10836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Median Filter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923F181-8208-C837-F86F-D357656CF32B}"/>
                </a:ext>
              </a:extLst>
            </p:cNvPr>
            <p:cNvCxnSpPr>
              <a:cxnSpLocks/>
            </p:cNvCxnSpPr>
            <p:nvPr/>
          </p:nvCxnSpPr>
          <p:spPr>
            <a:xfrm>
              <a:off x="3420684" y="4405480"/>
              <a:ext cx="86627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0B0A89-ECD6-DDC5-649C-933D30A3EFF7}"/>
                </a:ext>
              </a:extLst>
            </p:cNvPr>
            <p:cNvSpPr txBox="1"/>
            <p:nvPr/>
          </p:nvSpPr>
          <p:spPr>
            <a:xfrm rot="16200000">
              <a:off x="3342436" y="3632814"/>
              <a:ext cx="108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Greyscale Thresholding</a:t>
              </a:r>
            </a:p>
          </p:txBody>
        </p:sp>
        <p:pic>
          <p:nvPicPr>
            <p:cNvPr id="3" name="Picture 2" descr="A group of circles with different colors&#10;&#10;AI-generated content may be incorrect.">
              <a:extLst>
                <a:ext uri="{FF2B5EF4-FFF2-40B4-BE49-F238E27FC236}">
                  <a16:creationId xmlns:a16="http://schemas.microsoft.com/office/drawing/2014/main" id="{83403E8D-7BF5-A87D-5D68-1F264CD31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165" t="33958" r="70309" b="31963"/>
            <a:stretch>
              <a:fillRect/>
            </a:stretch>
          </p:blipFill>
          <p:spPr>
            <a:xfrm rot="16200000">
              <a:off x="-2881599" y="3707653"/>
              <a:ext cx="1196282" cy="1395663"/>
            </a:xfrm>
            <a:prstGeom prst="rect">
              <a:avLst/>
            </a:prstGeom>
          </p:spPr>
        </p:pic>
        <p:pic>
          <p:nvPicPr>
            <p:cNvPr id="4" name="Picture 3" descr="A group of circles with different colors&#10;&#10;AI-generated content may be incorrect.">
              <a:extLst>
                <a:ext uri="{FF2B5EF4-FFF2-40B4-BE49-F238E27FC236}">
                  <a16:creationId xmlns:a16="http://schemas.microsoft.com/office/drawing/2014/main" id="{D15A3432-2CCC-7F03-80E8-C529AAC6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405" t="32951" r="50068" b="32130"/>
            <a:stretch>
              <a:fillRect/>
            </a:stretch>
          </p:blipFill>
          <p:spPr>
            <a:xfrm rot="16200000">
              <a:off x="-416486" y="3673283"/>
              <a:ext cx="1196282" cy="1430033"/>
            </a:xfrm>
            <a:prstGeom prst="rect">
              <a:avLst/>
            </a:prstGeom>
          </p:spPr>
        </p:pic>
        <p:pic>
          <p:nvPicPr>
            <p:cNvPr id="5" name="Picture 4" descr="A group of circles with different colors&#10;&#10;AI-generated content may be incorrect.">
              <a:extLst>
                <a:ext uri="{FF2B5EF4-FFF2-40B4-BE49-F238E27FC236}">
                  <a16:creationId xmlns:a16="http://schemas.microsoft.com/office/drawing/2014/main" id="{96AF7FEE-01E6-D5F2-7E75-9F83F5024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2534" t="33651" r="29939" b="32270"/>
            <a:stretch>
              <a:fillRect/>
            </a:stretch>
          </p:blipFill>
          <p:spPr>
            <a:xfrm rot="16200000">
              <a:off x="2018414" y="3707657"/>
              <a:ext cx="1196285" cy="1395663"/>
            </a:xfrm>
            <a:prstGeom prst="rect">
              <a:avLst/>
            </a:prstGeom>
          </p:spPr>
        </p:pic>
        <p:pic>
          <p:nvPicPr>
            <p:cNvPr id="6" name="Picture 5" descr="A group of circles with different colors&#10;&#10;AI-generated content may be incorrect.">
              <a:extLst>
                <a:ext uri="{FF2B5EF4-FFF2-40B4-BE49-F238E27FC236}">
                  <a16:creationId xmlns:a16="http://schemas.microsoft.com/office/drawing/2014/main" id="{479A8B23-347B-6909-083C-35897AA59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2203" t="32708" r="9071" b="32373"/>
            <a:stretch>
              <a:fillRect/>
            </a:stretch>
          </p:blipFill>
          <p:spPr>
            <a:xfrm rot="16200000">
              <a:off x="4372340" y="3658386"/>
              <a:ext cx="1278086" cy="143003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CBA81B4-6CC0-0344-6D4B-6C37EC79E5FA}"/>
              </a:ext>
            </a:extLst>
          </p:cNvPr>
          <p:cNvSpPr txBox="1"/>
          <p:nvPr/>
        </p:nvSpPr>
        <p:spPr>
          <a:xfrm>
            <a:off x="278296" y="437322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D3D14-D72F-0978-B115-0F58AF317382}"/>
              </a:ext>
            </a:extLst>
          </p:cNvPr>
          <p:cNvSpPr txBox="1"/>
          <p:nvPr/>
        </p:nvSpPr>
        <p:spPr>
          <a:xfrm>
            <a:off x="278296" y="299783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D0F77-5DC3-2F99-3EFD-EA4C7EF04163}"/>
              </a:ext>
            </a:extLst>
          </p:cNvPr>
          <p:cNvSpPr txBox="1"/>
          <p:nvPr/>
        </p:nvSpPr>
        <p:spPr>
          <a:xfrm>
            <a:off x="278295" y="5373690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C69BC-EA10-5CB6-3691-076A53F29E6E}"/>
              </a:ext>
            </a:extLst>
          </p:cNvPr>
          <p:cNvSpPr txBox="1"/>
          <p:nvPr/>
        </p:nvSpPr>
        <p:spPr>
          <a:xfrm>
            <a:off x="278295" y="7791876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89671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18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6</cp:revision>
  <dcterms:created xsi:type="dcterms:W3CDTF">2025-10-16T15:15:52Z</dcterms:created>
  <dcterms:modified xsi:type="dcterms:W3CDTF">2026-03-11T15:12:46Z</dcterms:modified>
</cp:coreProperties>
</file>